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Marcela1204/CC7140_Desenvolvimento_do_Jogo" TargetMode="External"/><Relationship Id="rId4" Type="http://schemas.openxmlformats.org/officeDocument/2006/relationships/hyperlink" Target="https://docs.google.com/presentation/d/1Dp_V4evWoCVjcY3sBFhqH_UbdeA2uI4Cir7fYySlBfI/edit?usp=sharing" TargetMode="External"/><Relationship Id="rId10" Type="http://schemas.openxmlformats.org/officeDocument/2006/relationships/image" Target="../media/image2.png"/><Relationship Id="rId9" Type="http://schemas.openxmlformats.org/officeDocument/2006/relationships/image" Target="../media/image3.png"/><Relationship Id="rId5" Type="http://schemas.openxmlformats.org/officeDocument/2006/relationships/hyperlink" Target="https://canva.link/4v72nx690c8btze" TargetMode="External"/><Relationship Id="rId6" Type="http://schemas.openxmlformats.org/officeDocument/2006/relationships/hyperlink" Target="https://www.youtube.com/watch?v=FZneoztKCjQ" TargetMode="External"/><Relationship Id="rId7" Type="http://schemas.openxmlformats.org/officeDocument/2006/relationships/hyperlink" Target="https://adelgrin.itch.io/cleitin2oretorno" TargetMode="External"/><Relationship Id="rId8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24650" y="372150"/>
            <a:ext cx="27408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</a:rPr>
              <a:t>A Batalha de Cleitin 2: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</a:rPr>
              <a:t>O Retorno do Homi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24650" y="1077150"/>
            <a:ext cx="4539300" cy="3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Integrantes: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pt-BR" sz="1000">
                <a:solidFill>
                  <a:schemeClr val="dk2"/>
                </a:solidFill>
              </a:rPr>
              <a:t>Lucas Kerr do Amaral (RA: </a:t>
            </a:r>
            <a:r>
              <a:rPr lang="pt-BR" sz="1000">
                <a:solidFill>
                  <a:schemeClr val="dk2"/>
                </a:solidFill>
              </a:rPr>
              <a:t>22.123.032-9</a:t>
            </a:r>
            <a:r>
              <a:rPr lang="pt-BR" sz="1000">
                <a:solidFill>
                  <a:schemeClr val="dk2"/>
                </a:solidFill>
              </a:rPr>
              <a:t>)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pt-BR" sz="1000">
                <a:solidFill>
                  <a:schemeClr val="dk2"/>
                </a:solidFill>
              </a:rPr>
              <a:t>Marcela Nalesso (RA: 22.222.011-3)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Este é</a:t>
            </a:r>
            <a:r>
              <a:rPr lang="pt-BR" sz="1000">
                <a:solidFill>
                  <a:schemeClr val="dk2"/>
                </a:solidFill>
              </a:rPr>
              <a:t> jogo de aventura e progressão em que Cletin, estudante recém-formado precisa recuperar as partes de seu diploma, destruído pelo misterioso professor Chaflames. Enfrentando batalhas desafiadoras, explorando um castelo interativo e evoluindo suas habilidades, o jogador embarca em uma jornada divertida e envolvente até o confronto final para recuperar seu futuro.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hlinkClick r:id="rId3"/>
              </a:rPr>
              <a:t>Github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hlinkClick r:id="rId4"/>
              </a:rPr>
              <a:t>Apresentação parcial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hlinkClick r:id="rId5"/>
              </a:rPr>
              <a:t>Manual de instruções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hlinkClick r:id="rId6"/>
              </a:rPr>
              <a:t>Gameplay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000" u="sng">
                <a:solidFill>
                  <a:schemeClr val="hlink"/>
                </a:solidFill>
                <a:hlinkClick r:id="rId7"/>
              </a:rPr>
              <a:t>Jogo</a:t>
            </a:r>
            <a:endParaRPr sz="1000"/>
          </a:p>
        </p:txBody>
      </p:sp>
      <p:pic>
        <p:nvPicPr>
          <p:cNvPr id="56" name="Google Shape;56;p13" title="Jogo Cleitin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64313" y="240737"/>
            <a:ext cx="2436048" cy="137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castelo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64324" y="3309313"/>
            <a:ext cx="2436027" cy="1593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principal.png"/>
          <p:cNvPicPr preferRelativeResize="0"/>
          <p:nvPr/>
        </p:nvPicPr>
        <p:blipFill rotWithShape="1">
          <a:blip r:embed="rId10">
            <a:alphaModFix/>
          </a:blip>
          <a:srcRect b="10410" l="0" r="0" t="0"/>
          <a:stretch/>
        </p:blipFill>
        <p:spPr>
          <a:xfrm>
            <a:off x="5764325" y="1746362"/>
            <a:ext cx="2436027" cy="142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